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719"/>
  </p:normalViewPr>
  <p:slideViewPr>
    <p:cSldViewPr snapToGrid="0" snapToObjects="1">
      <p:cViewPr varScale="1">
        <p:scale>
          <a:sx n="69" d="100"/>
          <a:sy n="69" d="100"/>
        </p:scale>
        <p:origin x="216" y="1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9149F-DC11-4148-9503-E19D40A901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611C8C-7000-5140-8A44-363DF06E95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42295-EC76-C54A-A7BC-6814595AE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C267-8E85-0F44-B0E2-7B53A1905AF0}" type="datetimeFigureOut">
              <a:rPr lang="en-US" smtClean="0"/>
              <a:t>1/9/21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C5D4D-055B-3F4F-9C01-DF1C8A4FE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30C99-3227-A04C-9CB6-1F398CF45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C10B7-EE22-5547-8DC3-145835645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522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9268E-193E-D442-982A-F5F55EB45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6B6D8-A4E9-6C45-BDDA-113CED2D4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84783-7547-4F4D-A151-E0B7D38CF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C267-8E85-0F44-B0E2-7B53A1905AF0}" type="datetimeFigureOut">
              <a:rPr lang="en-US" smtClean="0"/>
              <a:t>1/9/21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F429A-9F54-B445-815D-922BB753A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D56C3-D2E4-864C-B686-EF8F19920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C10B7-EE22-5547-8DC3-145835645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486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214D8-DDF0-9F44-83F0-847D75DDC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D90C5-28FA-FE43-BA41-94C3E475A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27FF4-A7FE-344E-BD9E-BF0641314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C267-8E85-0F44-B0E2-7B53A1905AF0}" type="datetimeFigureOut">
              <a:rPr lang="en-US" smtClean="0"/>
              <a:t>1/9/21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63FC1-EE3A-C74A-8DE0-5FBCA887A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64E5E-BD8D-6B4C-B9CB-FCD7D5F4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C10B7-EE22-5547-8DC3-145835645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734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9B964-F58B-3943-B7CA-39B54704A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15F09-8E9C-7B48-A71B-7D5C6AEE57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93C993-388A-EF41-A23A-014083A0B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9816F8-5F82-FE46-A1CD-937B326B4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C267-8E85-0F44-B0E2-7B53A1905AF0}" type="datetimeFigureOut">
              <a:rPr lang="en-US" smtClean="0"/>
              <a:t>1/9/21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4C686-BC22-E040-888D-94F578A1A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52890F-40BF-644E-8DDC-8E3DCCE69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C10B7-EE22-5547-8DC3-145835645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367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A644B-8CE5-7148-BB63-7418E465E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8AA69-69EB-1E46-8192-FB2B4A05F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FF4199-B608-2C40-BB8D-34C9C41F8B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9E7F99-4ABE-174D-B08B-B79278013F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98DBFF-731A-FC42-A752-0BB499BB6C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B0932B-FB54-844A-B2A2-5DEE545B5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C267-8E85-0F44-B0E2-7B53A1905AF0}" type="datetimeFigureOut">
              <a:rPr lang="en-US" smtClean="0"/>
              <a:t>1/9/21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BA2C45-A43C-AD4A-849A-FBCF5DCC9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63E3FD-77C6-454E-9B8E-EDE5ED0C0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C10B7-EE22-5547-8DC3-145835645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104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2E9A7-E7C3-854B-A087-E0A6FC020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CB9168-BA43-644C-9634-1A3476CF8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C267-8E85-0F44-B0E2-7B53A1905AF0}" type="datetimeFigureOut">
              <a:rPr lang="en-US" smtClean="0"/>
              <a:t>1/9/21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9F4CA9-4B61-F740-8318-3026157A6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932AE-83F7-4440-A890-F64EB4C64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C10B7-EE22-5547-8DC3-145835645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80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035166-C2CD-D54F-A832-361BA1344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C267-8E85-0F44-B0E2-7B53A1905AF0}" type="datetimeFigureOut">
              <a:rPr lang="en-US" smtClean="0"/>
              <a:t>1/9/21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6C48C5-87A6-354E-9046-4DA6A13B2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4E16-B3F6-D44B-A7E5-4D853DD52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C10B7-EE22-5547-8DC3-145835645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183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5116C-212C-6C43-9C71-4444971EE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7035F-47EB-A74F-99F6-A15864596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BE887E-2A30-AD4B-9902-13D82B0F08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9DCAF-3E7B-D241-8D92-9AAA64461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C267-8E85-0F44-B0E2-7B53A1905AF0}" type="datetimeFigureOut">
              <a:rPr lang="en-US" smtClean="0"/>
              <a:t>1/9/21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D49918-8A97-BF46-BCF9-5A47D9EEE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2A924B-8D9B-A646-B13B-F96D3EFDC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C10B7-EE22-5547-8DC3-145835645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59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7D1B9-D6C5-F644-9E5F-5287DBF9E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81733D-59B8-8945-AF78-140073AA95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50B519-89E5-3D4D-805C-B8E2539AF9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51AEBE-55C4-FF4A-962A-853246773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C267-8E85-0F44-B0E2-7B53A1905AF0}" type="datetimeFigureOut">
              <a:rPr lang="en-US" smtClean="0"/>
              <a:t>1/9/21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3E46C6-A168-864F-98E1-5A0D947CE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92A70C-F7B3-2E46-A73C-EA6C5E1A2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C10B7-EE22-5547-8DC3-145835645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27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C5E8E-E4FB-AD4E-BA8D-56422E94B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FA6BDC-DB45-D74D-A9E6-3A0D79296D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D4AC5-E5ED-744E-BAE9-DF304C8E8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C267-8E85-0F44-B0E2-7B53A1905AF0}" type="datetimeFigureOut">
              <a:rPr lang="en-US" smtClean="0"/>
              <a:t>1/9/21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E6930-0CF1-8B47-9ADB-07D9BBE7E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9F374-FF23-B04A-BE2D-758D63CF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C10B7-EE22-5547-8DC3-145835645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403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7F5FC6-BAC3-F346-9060-54EB57B141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8FAD7D-157A-3842-A5ED-16CE36B460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EE0DD-C882-134E-85DB-26F104046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C267-8E85-0F44-B0E2-7B53A1905AF0}" type="datetimeFigureOut">
              <a:rPr lang="en-US" smtClean="0"/>
              <a:t>1/9/21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BCA50-A2E8-9949-A5EE-AE79A894D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1BC0C-4132-F14C-BBED-D6156BD46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C10B7-EE22-5547-8DC3-145835645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212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8558C8-8A9B-A94C-9132-3DF4850C9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160727-871D-6345-BAAF-68BC04ACF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1D391-17FD-7A43-BF36-520808B7DB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1C267-8E85-0F44-B0E2-7B53A1905AF0}" type="datetimeFigureOut">
              <a:rPr lang="en-US" smtClean="0"/>
              <a:t>1/9/21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9CFFA-DEDB-5E48-98DA-4EC28AE3AD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96830-16E5-1847-B6A1-6DD2D98110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FC10B7-EE22-5547-8DC3-145835645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62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88C1308-E8C9-3F4A-8D70-C29AE02ABC87}"/>
              </a:ext>
            </a:extLst>
          </p:cNvPr>
          <p:cNvSpPr/>
          <p:nvPr/>
        </p:nvSpPr>
        <p:spPr>
          <a:xfrm>
            <a:off x="1915298" y="741406"/>
            <a:ext cx="8361405" cy="5523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agram, engineering drawing&#10;&#10;Description automatically generated">
            <a:extLst>
              <a:ext uri="{FF2B5EF4-FFF2-40B4-BE49-F238E27FC236}">
                <a16:creationId xmlns:a16="http://schemas.microsoft.com/office/drawing/2014/main" id="{72288E28-0FB0-F349-A772-64CA7783B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297" y="741404"/>
            <a:ext cx="8661600" cy="552347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9E12EFA-3DD2-9242-8007-AE0D267F4265}"/>
              </a:ext>
            </a:extLst>
          </p:cNvPr>
          <p:cNvSpPr/>
          <p:nvPr/>
        </p:nvSpPr>
        <p:spPr>
          <a:xfrm>
            <a:off x="2421926" y="970006"/>
            <a:ext cx="2945026" cy="1180070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Electronic - CVT Software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6754AA-D2B6-FA4D-99EE-3E4F0FFC1D48}"/>
              </a:ext>
            </a:extLst>
          </p:cNvPr>
          <p:cNvSpPr/>
          <p:nvPr/>
        </p:nvSpPr>
        <p:spPr>
          <a:xfrm>
            <a:off x="5873580" y="970006"/>
            <a:ext cx="4180702" cy="5146588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5B798D-EA1E-0B4C-8224-F35DB6BBD841}"/>
              </a:ext>
            </a:extLst>
          </p:cNvPr>
          <p:cNvSpPr txBox="1"/>
          <p:nvPr/>
        </p:nvSpPr>
        <p:spPr>
          <a:xfrm>
            <a:off x="5913737" y="970004"/>
            <a:ext cx="414054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Electronic Continuous Variable Transmission Control System for UBC Baja</a:t>
            </a:r>
          </a:p>
          <a:p>
            <a:r>
              <a:rPr lang="en-US" dirty="0">
                <a:solidFill>
                  <a:schemeClr val="bg1"/>
                </a:solidFill>
              </a:rPr>
              <a:t>May 2020-Present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UBC Baja is implementing an E-CVT system for our 2022 race vehicle</a:t>
            </a:r>
          </a:p>
          <a:p>
            <a:r>
              <a:rPr lang="en-CA" sz="1600" dirty="0">
                <a:solidFill>
                  <a:schemeClr val="bg1"/>
                </a:solidFill>
              </a:rPr>
              <a:t>• Implementing a Multiple-Input Single-Output control system for Electronic-CVT on off-road race vehicle using C++</a:t>
            </a:r>
            <a:br>
              <a:rPr lang="en-CA" sz="1600" dirty="0">
                <a:solidFill>
                  <a:schemeClr val="bg1"/>
                </a:solidFill>
              </a:rPr>
            </a:br>
            <a:r>
              <a:rPr lang="en-CA" sz="1600" dirty="0">
                <a:solidFill>
                  <a:schemeClr val="bg1"/>
                </a:solidFill>
              </a:rPr>
              <a:t>• Used QEMU to simulate a STM-32 running the control system in a multi-threaded environment using </a:t>
            </a:r>
            <a:r>
              <a:rPr lang="en-CA" sz="1600" dirty="0" err="1">
                <a:solidFill>
                  <a:schemeClr val="bg1"/>
                </a:solidFill>
              </a:rPr>
              <a:t>FreeRTOS</a:t>
            </a:r>
            <a:r>
              <a:rPr lang="en-CA" sz="1600" dirty="0">
                <a:solidFill>
                  <a:schemeClr val="bg1"/>
                </a:solidFill>
              </a:rPr>
              <a:t> </a:t>
            </a:r>
          </a:p>
          <a:p>
            <a:r>
              <a:rPr lang="en-CA" sz="1600" dirty="0">
                <a:solidFill>
                  <a:schemeClr val="bg1"/>
                </a:solidFill>
              </a:rPr>
              <a:t>• Tuning PID controller that relates engine RPM and throttle position to torque conducted unit tests with Google Test </a:t>
            </a:r>
          </a:p>
          <a:p>
            <a:r>
              <a:rPr lang="en-CA" sz="1600" dirty="0">
                <a:solidFill>
                  <a:schemeClr val="bg1"/>
                </a:solidFill>
              </a:rPr>
              <a:t>• Coded a GUI interface with Python </a:t>
            </a:r>
            <a:r>
              <a:rPr lang="en-CA" sz="1600" dirty="0" err="1">
                <a:solidFill>
                  <a:schemeClr val="bg1"/>
                </a:solidFill>
              </a:rPr>
              <a:t>Tkinter</a:t>
            </a:r>
            <a:r>
              <a:rPr lang="en-CA" sz="1600" dirty="0">
                <a:solidFill>
                  <a:schemeClr val="bg1"/>
                </a:solidFill>
              </a:rPr>
              <a:t> library to adjust parameters for testing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3E79C2-868D-A04C-AFC4-84B633F045B7}"/>
              </a:ext>
            </a:extLst>
          </p:cNvPr>
          <p:cNvSpPr/>
          <p:nvPr/>
        </p:nvSpPr>
        <p:spPr>
          <a:xfrm>
            <a:off x="2421926" y="2799184"/>
            <a:ext cx="2945026" cy="1281110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EF0D15-AA0B-AA49-BBB6-75CDD6345597}"/>
              </a:ext>
            </a:extLst>
          </p:cNvPr>
          <p:cNvSpPr txBox="1"/>
          <p:nvPr/>
        </p:nvSpPr>
        <p:spPr>
          <a:xfrm>
            <a:off x="2421925" y="2890391"/>
            <a:ext cx="29290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Technologies Used: C++, STM-32, QEMU, Eclipse, multi-threading, </a:t>
            </a:r>
            <a:r>
              <a:rPr lang="en-US" sz="1600" dirty="0" err="1">
                <a:solidFill>
                  <a:schemeClr val="bg1"/>
                </a:solidFill>
              </a:rPr>
              <a:t>FreeRTOS</a:t>
            </a:r>
            <a:r>
              <a:rPr lang="en-US" sz="1600" dirty="0">
                <a:solidFill>
                  <a:schemeClr val="bg1"/>
                </a:solidFill>
              </a:rPr>
              <a:t>, Google Test , Python(</a:t>
            </a:r>
            <a:r>
              <a:rPr lang="en-US" sz="1600" dirty="0" err="1">
                <a:solidFill>
                  <a:schemeClr val="bg1"/>
                </a:solidFill>
              </a:rPr>
              <a:t>Tkinter</a:t>
            </a:r>
            <a:r>
              <a:rPr lang="en-US" sz="1600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93424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88C1308-E8C9-3F4A-8D70-C29AE02ABC87}"/>
              </a:ext>
            </a:extLst>
          </p:cNvPr>
          <p:cNvSpPr/>
          <p:nvPr/>
        </p:nvSpPr>
        <p:spPr>
          <a:xfrm>
            <a:off x="1915298" y="741406"/>
            <a:ext cx="8361405" cy="5523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oup of race cars on a race track&#10;&#10;Description automatically generated">
            <a:extLst>
              <a:ext uri="{FF2B5EF4-FFF2-40B4-BE49-F238E27FC236}">
                <a16:creationId xmlns:a16="http://schemas.microsoft.com/office/drawing/2014/main" id="{1ED49DD2-2B1C-FA4B-BFC5-664F57A50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296" y="741406"/>
            <a:ext cx="9731473" cy="547395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9E12EFA-3DD2-9242-8007-AE0D267F4265}"/>
              </a:ext>
            </a:extLst>
          </p:cNvPr>
          <p:cNvSpPr/>
          <p:nvPr/>
        </p:nvSpPr>
        <p:spPr>
          <a:xfrm>
            <a:off x="2421926" y="970006"/>
            <a:ext cx="2945026" cy="1180070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Autonomous Driving Software with Hardware Acceleration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6754AA-D2B6-FA4D-99EE-3E4F0FFC1D48}"/>
              </a:ext>
            </a:extLst>
          </p:cNvPr>
          <p:cNvSpPr/>
          <p:nvPr/>
        </p:nvSpPr>
        <p:spPr>
          <a:xfrm>
            <a:off x="5873580" y="970006"/>
            <a:ext cx="4180702" cy="5146588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5B798D-EA1E-0B4C-8224-F35DB6BBD841}"/>
              </a:ext>
            </a:extLst>
          </p:cNvPr>
          <p:cNvSpPr txBox="1"/>
          <p:nvPr/>
        </p:nvSpPr>
        <p:spPr>
          <a:xfrm>
            <a:off x="5913737" y="970004"/>
            <a:ext cx="414054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May 2020-Present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CA" dirty="0">
                <a:solidFill>
                  <a:schemeClr val="bg1"/>
                </a:solidFill>
              </a:rPr>
              <a:t>Developed a mathematical lane detection algorithm with C++ and OpenCV, tuned a PID controller for steering </a:t>
            </a:r>
          </a:p>
          <a:p>
            <a:r>
              <a:rPr lang="en-CA" dirty="0">
                <a:solidFill>
                  <a:schemeClr val="bg1"/>
                </a:solidFill>
              </a:rPr>
              <a:t>Wrote Verilog for image manipulations to allow for hardware acceleration on FPGA, resulted in 92% image size reduction </a:t>
            </a:r>
          </a:p>
          <a:p>
            <a:r>
              <a:rPr lang="en-CA" dirty="0">
                <a:solidFill>
                  <a:schemeClr val="bg1"/>
                </a:solidFill>
              </a:rPr>
              <a:t>Designing interface which allows the FPGA to communicate with an ARM processor running the autonomous driving software </a:t>
            </a:r>
          </a:p>
          <a:p>
            <a:r>
              <a:rPr lang="en-CA" dirty="0">
                <a:solidFill>
                  <a:schemeClr val="bg1"/>
                </a:solidFill>
              </a:rPr>
              <a:t>Implemented YOLOv3 model with TensorFlow for car detection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3E79C2-868D-A04C-AFC4-84B633F045B7}"/>
              </a:ext>
            </a:extLst>
          </p:cNvPr>
          <p:cNvSpPr/>
          <p:nvPr/>
        </p:nvSpPr>
        <p:spPr>
          <a:xfrm>
            <a:off x="2421926" y="2799184"/>
            <a:ext cx="2945026" cy="1281110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EF0D15-AA0B-AA49-BBB6-75CDD6345597}"/>
              </a:ext>
            </a:extLst>
          </p:cNvPr>
          <p:cNvSpPr txBox="1"/>
          <p:nvPr/>
        </p:nvSpPr>
        <p:spPr>
          <a:xfrm>
            <a:off x="2421925" y="2890391"/>
            <a:ext cx="29290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Technologies Used: C++, STM-32, QEMU, multi-threading, </a:t>
            </a:r>
            <a:r>
              <a:rPr lang="en-US" sz="1600" dirty="0" err="1">
                <a:solidFill>
                  <a:schemeClr val="bg1"/>
                </a:solidFill>
              </a:rPr>
              <a:t>FreeRTOS</a:t>
            </a:r>
            <a:r>
              <a:rPr lang="en-US" sz="1600" dirty="0">
                <a:solidFill>
                  <a:schemeClr val="bg1"/>
                </a:solidFill>
              </a:rPr>
              <a:t>, Google Test , Python(</a:t>
            </a:r>
            <a:r>
              <a:rPr lang="en-US" sz="1600" dirty="0" err="1">
                <a:solidFill>
                  <a:schemeClr val="bg1"/>
                </a:solidFill>
              </a:rPr>
              <a:t>Tkinter</a:t>
            </a:r>
            <a:r>
              <a:rPr lang="en-US" sz="1600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54074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207</Words>
  <Application>Microsoft Macintosh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Wang</dc:creator>
  <cp:lastModifiedBy>Daniel Wang</cp:lastModifiedBy>
  <cp:revision>4</cp:revision>
  <dcterms:created xsi:type="dcterms:W3CDTF">2021-01-10T05:37:22Z</dcterms:created>
  <dcterms:modified xsi:type="dcterms:W3CDTF">2021-01-10T06:04:52Z</dcterms:modified>
</cp:coreProperties>
</file>